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65" r:id="rId4"/>
    <p:sldId id="262" r:id="rId5"/>
    <p:sldId id="259" r:id="rId6"/>
    <p:sldId id="266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86"/>
    <p:restoredTop sz="94829"/>
  </p:normalViewPr>
  <p:slideViewPr>
    <p:cSldViewPr snapToGrid="0">
      <p:cViewPr varScale="1">
        <p:scale>
          <a:sx n="116" d="100"/>
          <a:sy n="116" d="100"/>
        </p:scale>
        <p:origin x="21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24F112-94CF-4C0C-9688-E91E64E0F9D3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A84E61-3F78-4919-8C64-2756E151262B}">
      <dgm:prSet/>
      <dgm:spPr/>
      <dgm:t>
        <a:bodyPr/>
        <a:lstStyle/>
        <a:p>
          <a:r>
            <a:rPr lang="en-US"/>
            <a:t>Vinay Ayinapurapu</a:t>
          </a:r>
        </a:p>
      </dgm:t>
    </dgm:pt>
    <dgm:pt modelId="{5D83947A-5CCF-4CF6-8FEC-E9BEBDB31858}" type="parTrans" cxnId="{47172052-B8F8-4E96-A5DB-137CBF93B6D5}">
      <dgm:prSet/>
      <dgm:spPr/>
      <dgm:t>
        <a:bodyPr/>
        <a:lstStyle/>
        <a:p>
          <a:endParaRPr lang="en-US"/>
        </a:p>
      </dgm:t>
    </dgm:pt>
    <dgm:pt modelId="{C767A7C3-99C9-4E91-9C64-8F4D20547C4B}" type="sibTrans" cxnId="{47172052-B8F8-4E96-A5DB-137CBF93B6D5}">
      <dgm:prSet/>
      <dgm:spPr/>
      <dgm:t>
        <a:bodyPr/>
        <a:lstStyle/>
        <a:p>
          <a:endParaRPr lang="en-US"/>
        </a:p>
      </dgm:t>
    </dgm:pt>
    <dgm:pt modelId="{120EA4CE-8AB4-2748-8EC9-777BACF5C752}" type="pres">
      <dgm:prSet presAssocID="{EF24F112-94CF-4C0C-9688-E91E64E0F9D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5E5120-11C7-E44D-8104-9FEDB21DFDDF}" type="pres">
      <dgm:prSet presAssocID="{33A84E61-3F78-4919-8C64-2756E151262B}" presName="root" presStyleCnt="0"/>
      <dgm:spPr/>
    </dgm:pt>
    <dgm:pt modelId="{686C265E-CF39-AF41-9321-61B7B8145CF0}" type="pres">
      <dgm:prSet presAssocID="{33A84E61-3F78-4919-8C64-2756E151262B}" presName="rootComposite" presStyleCnt="0"/>
      <dgm:spPr/>
    </dgm:pt>
    <dgm:pt modelId="{1488C2DE-DDA4-7742-940B-73F94F13A58E}" type="pres">
      <dgm:prSet presAssocID="{33A84E61-3F78-4919-8C64-2756E151262B}" presName="rootText" presStyleLbl="node1" presStyleIdx="0" presStyleCnt="1"/>
      <dgm:spPr/>
    </dgm:pt>
    <dgm:pt modelId="{3D2CB5D5-D3E3-5348-8727-E93742DD5C0B}" type="pres">
      <dgm:prSet presAssocID="{33A84E61-3F78-4919-8C64-2756E151262B}" presName="rootConnector" presStyleLbl="node1" presStyleIdx="0" presStyleCnt="1"/>
      <dgm:spPr/>
    </dgm:pt>
    <dgm:pt modelId="{66E1BD92-AD45-9145-B66B-E0A78E5919C3}" type="pres">
      <dgm:prSet presAssocID="{33A84E61-3F78-4919-8C64-2756E151262B}" presName="childShape" presStyleCnt="0"/>
      <dgm:spPr/>
    </dgm:pt>
  </dgm:ptLst>
  <dgm:cxnLst>
    <dgm:cxn modelId="{64C6132C-74F0-2848-92D5-265B78127865}" type="presOf" srcId="{EF24F112-94CF-4C0C-9688-E91E64E0F9D3}" destId="{120EA4CE-8AB4-2748-8EC9-777BACF5C752}" srcOrd="0" destOrd="0" presId="urn:microsoft.com/office/officeart/2005/8/layout/hierarchy3"/>
    <dgm:cxn modelId="{47172052-B8F8-4E96-A5DB-137CBF93B6D5}" srcId="{EF24F112-94CF-4C0C-9688-E91E64E0F9D3}" destId="{33A84E61-3F78-4919-8C64-2756E151262B}" srcOrd="0" destOrd="0" parTransId="{5D83947A-5CCF-4CF6-8FEC-E9BEBDB31858}" sibTransId="{C767A7C3-99C9-4E91-9C64-8F4D20547C4B}"/>
    <dgm:cxn modelId="{40F6CFCF-50F8-B64C-9D97-41C3FBA33881}" type="presOf" srcId="{33A84E61-3F78-4919-8C64-2756E151262B}" destId="{1488C2DE-DDA4-7742-940B-73F94F13A58E}" srcOrd="0" destOrd="0" presId="urn:microsoft.com/office/officeart/2005/8/layout/hierarchy3"/>
    <dgm:cxn modelId="{3630BEEE-1BCF-E04B-9319-BF9651F406E8}" type="presOf" srcId="{33A84E61-3F78-4919-8C64-2756E151262B}" destId="{3D2CB5D5-D3E3-5348-8727-E93742DD5C0B}" srcOrd="1" destOrd="0" presId="urn:microsoft.com/office/officeart/2005/8/layout/hierarchy3"/>
    <dgm:cxn modelId="{BD0A4E71-FBC4-8148-9B34-3B6B2054EC56}" type="presParOf" srcId="{120EA4CE-8AB4-2748-8EC9-777BACF5C752}" destId="{7E5E5120-11C7-E44D-8104-9FEDB21DFDDF}" srcOrd="0" destOrd="0" presId="urn:microsoft.com/office/officeart/2005/8/layout/hierarchy3"/>
    <dgm:cxn modelId="{1FA236D0-20F1-6949-899A-3901675ACA83}" type="presParOf" srcId="{7E5E5120-11C7-E44D-8104-9FEDB21DFDDF}" destId="{686C265E-CF39-AF41-9321-61B7B8145CF0}" srcOrd="0" destOrd="0" presId="urn:microsoft.com/office/officeart/2005/8/layout/hierarchy3"/>
    <dgm:cxn modelId="{A8508047-66A1-5B4C-9A6C-856F9CC17784}" type="presParOf" srcId="{686C265E-CF39-AF41-9321-61B7B8145CF0}" destId="{1488C2DE-DDA4-7742-940B-73F94F13A58E}" srcOrd="0" destOrd="0" presId="urn:microsoft.com/office/officeart/2005/8/layout/hierarchy3"/>
    <dgm:cxn modelId="{266AD4B0-6761-C641-B095-C70DC7678B35}" type="presParOf" srcId="{686C265E-CF39-AF41-9321-61B7B8145CF0}" destId="{3D2CB5D5-D3E3-5348-8727-E93742DD5C0B}" srcOrd="1" destOrd="0" presId="urn:microsoft.com/office/officeart/2005/8/layout/hierarchy3"/>
    <dgm:cxn modelId="{57F3A085-FC3F-D349-896C-86166935B219}" type="presParOf" srcId="{7E5E5120-11C7-E44D-8104-9FEDB21DFDDF}" destId="{66E1BD92-AD45-9145-B66B-E0A78E5919C3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C8C32E-E6B2-4D4E-B901-009292F5C6CE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FF9DFC0-1D1A-4F95-81DD-6AAD334C2BC6}">
      <dgm:prSet/>
      <dgm:spPr/>
      <dgm:t>
        <a:bodyPr/>
        <a:lstStyle/>
        <a:p>
          <a:r>
            <a:rPr lang="en-US"/>
            <a:t>Increasing</a:t>
          </a:r>
        </a:p>
      </dgm:t>
    </dgm:pt>
    <dgm:pt modelId="{20AD263C-1F1C-4895-8E75-CEAC2748FF66}" type="parTrans" cxnId="{0FB9052A-CB68-48C8-A582-8B78E368378E}">
      <dgm:prSet/>
      <dgm:spPr/>
      <dgm:t>
        <a:bodyPr/>
        <a:lstStyle/>
        <a:p>
          <a:endParaRPr lang="en-US"/>
        </a:p>
      </dgm:t>
    </dgm:pt>
    <dgm:pt modelId="{E74D083A-25DA-4991-84A0-3C579174C546}" type="sibTrans" cxnId="{0FB9052A-CB68-48C8-A582-8B78E368378E}">
      <dgm:prSet/>
      <dgm:spPr/>
      <dgm:t>
        <a:bodyPr/>
        <a:lstStyle/>
        <a:p>
          <a:endParaRPr lang="en-US"/>
        </a:p>
      </dgm:t>
    </dgm:pt>
    <dgm:pt modelId="{0BA24DE4-167A-4149-9E24-4C23D6E9147A}">
      <dgm:prSet/>
      <dgm:spPr/>
      <dgm:t>
        <a:bodyPr/>
        <a:lstStyle/>
        <a:p>
          <a:r>
            <a:rPr lang="en-US"/>
            <a:t>Increasing token size</a:t>
          </a:r>
        </a:p>
      </dgm:t>
    </dgm:pt>
    <dgm:pt modelId="{8C74FBD9-8C4D-46EE-86DD-656285B0CA0D}" type="parTrans" cxnId="{7CAB7C7B-4F0C-42D1-8E70-D8D86EB2F703}">
      <dgm:prSet/>
      <dgm:spPr/>
      <dgm:t>
        <a:bodyPr/>
        <a:lstStyle/>
        <a:p>
          <a:endParaRPr lang="en-US"/>
        </a:p>
      </dgm:t>
    </dgm:pt>
    <dgm:pt modelId="{0BC62CCD-CFED-470D-B96D-D02E76B531D0}" type="sibTrans" cxnId="{7CAB7C7B-4F0C-42D1-8E70-D8D86EB2F703}">
      <dgm:prSet/>
      <dgm:spPr/>
      <dgm:t>
        <a:bodyPr/>
        <a:lstStyle/>
        <a:p>
          <a:endParaRPr lang="en-US"/>
        </a:p>
      </dgm:t>
    </dgm:pt>
    <dgm:pt modelId="{09AF7754-636B-41BF-83DD-10D9702FF8B3}">
      <dgm:prSet/>
      <dgm:spPr/>
      <dgm:t>
        <a:bodyPr/>
        <a:lstStyle/>
        <a:p>
          <a:r>
            <a:rPr lang="en-US"/>
            <a:t>Leveraging</a:t>
          </a:r>
        </a:p>
      </dgm:t>
    </dgm:pt>
    <dgm:pt modelId="{1F5C58EC-2642-4A70-85B5-17FBCB590066}" type="parTrans" cxnId="{DCD6C89C-B1EA-410B-B35B-F19C6864CABE}">
      <dgm:prSet/>
      <dgm:spPr/>
      <dgm:t>
        <a:bodyPr/>
        <a:lstStyle/>
        <a:p>
          <a:endParaRPr lang="en-US"/>
        </a:p>
      </dgm:t>
    </dgm:pt>
    <dgm:pt modelId="{FA1E545F-B3D3-4C8C-812A-DBAF8140752C}" type="sibTrans" cxnId="{DCD6C89C-B1EA-410B-B35B-F19C6864CABE}">
      <dgm:prSet/>
      <dgm:spPr/>
      <dgm:t>
        <a:bodyPr/>
        <a:lstStyle/>
        <a:p>
          <a:endParaRPr lang="en-US"/>
        </a:p>
      </dgm:t>
    </dgm:pt>
    <dgm:pt modelId="{F1F71FCA-3E54-438B-91B0-3E04347567EB}">
      <dgm:prSet/>
      <dgm:spPr/>
      <dgm:t>
        <a:bodyPr/>
        <a:lstStyle/>
        <a:p>
          <a:r>
            <a:rPr lang="en-US" dirty="0"/>
            <a:t>Leveraging M365 agent </a:t>
          </a:r>
          <a:r>
            <a:rPr lang="en-US" dirty="0" err="1"/>
            <a:t>sdk</a:t>
          </a:r>
          <a:endParaRPr lang="en-US" dirty="0"/>
        </a:p>
      </dgm:t>
    </dgm:pt>
    <dgm:pt modelId="{0807B730-4026-46BC-8711-8E3C9387236C}" type="parTrans" cxnId="{E2CD2E93-7A6B-42FE-A9F1-5B57F4B315FD}">
      <dgm:prSet/>
      <dgm:spPr/>
      <dgm:t>
        <a:bodyPr/>
        <a:lstStyle/>
        <a:p>
          <a:endParaRPr lang="en-US"/>
        </a:p>
      </dgm:t>
    </dgm:pt>
    <dgm:pt modelId="{06FAC330-09EF-42C6-B13D-C1B0815B0323}" type="sibTrans" cxnId="{E2CD2E93-7A6B-42FE-A9F1-5B57F4B315FD}">
      <dgm:prSet/>
      <dgm:spPr/>
      <dgm:t>
        <a:bodyPr/>
        <a:lstStyle/>
        <a:p>
          <a:endParaRPr lang="en-US"/>
        </a:p>
      </dgm:t>
    </dgm:pt>
    <dgm:pt modelId="{D3745280-960D-4845-A909-3F96A8C5FC9E}">
      <dgm:prSet/>
      <dgm:spPr/>
      <dgm:t>
        <a:bodyPr/>
        <a:lstStyle/>
        <a:p>
          <a:r>
            <a:rPr lang="en-US"/>
            <a:t>Adding</a:t>
          </a:r>
        </a:p>
      </dgm:t>
    </dgm:pt>
    <dgm:pt modelId="{72D89A0D-80A8-48B1-99AA-2135E8860466}" type="parTrans" cxnId="{1EF81A7C-F674-40B2-BF14-34A56EA8593D}">
      <dgm:prSet/>
      <dgm:spPr/>
      <dgm:t>
        <a:bodyPr/>
        <a:lstStyle/>
        <a:p>
          <a:endParaRPr lang="en-US"/>
        </a:p>
      </dgm:t>
    </dgm:pt>
    <dgm:pt modelId="{3165D112-6794-4B1D-8DC7-6BAFC488C742}" type="sibTrans" cxnId="{1EF81A7C-F674-40B2-BF14-34A56EA8593D}">
      <dgm:prSet/>
      <dgm:spPr/>
      <dgm:t>
        <a:bodyPr/>
        <a:lstStyle/>
        <a:p>
          <a:endParaRPr lang="en-US"/>
        </a:p>
      </dgm:t>
    </dgm:pt>
    <dgm:pt modelId="{4A466D19-9002-4285-8474-2C94E68F9778}">
      <dgm:prSet/>
      <dgm:spPr/>
      <dgm:t>
        <a:bodyPr/>
        <a:lstStyle/>
        <a:p>
          <a:r>
            <a:rPr lang="en-US"/>
            <a:t>Adding SSO</a:t>
          </a:r>
        </a:p>
      </dgm:t>
    </dgm:pt>
    <dgm:pt modelId="{295943CF-DE51-4912-B1D0-BCE98E7DF2AA}" type="parTrans" cxnId="{F3E9EB65-67C8-4084-B004-3636DCCE35F7}">
      <dgm:prSet/>
      <dgm:spPr/>
      <dgm:t>
        <a:bodyPr/>
        <a:lstStyle/>
        <a:p>
          <a:endParaRPr lang="en-US"/>
        </a:p>
      </dgm:t>
    </dgm:pt>
    <dgm:pt modelId="{17A62E4C-987D-446D-829F-DB2570570037}" type="sibTrans" cxnId="{F3E9EB65-67C8-4084-B004-3636DCCE35F7}">
      <dgm:prSet/>
      <dgm:spPr/>
      <dgm:t>
        <a:bodyPr/>
        <a:lstStyle/>
        <a:p>
          <a:endParaRPr lang="en-US"/>
        </a:p>
      </dgm:t>
    </dgm:pt>
    <dgm:pt modelId="{31BD79A7-97C3-B341-B81A-8B21AEFA85F4}">
      <dgm:prSet/>
      <dgm:spPr/>
      <dgm:t>
        <a:bodyPr/>
        <a:lstStyle/>
        <a:p>
          <a:r>
            <a:rPr lang="en-US" dirty="0"/>
            <a:t>SharePoint online for storage</a:t>
          </a:r>
        </a:p>
      </dgm:t>
    </dgm:pt>
    <dgm:pt modelId="{5B12420B-2135-3F4D-8A2C-8AC76923C96D}" type="parTrans" cxnId="{A9C27E90-0292-8F47-BD5E-CB6FB8D14F49}">
      <dgm:prSet/>
      <dgm:spPr/>
      <dgm:t>
        <a:bodyPr/>
        <a:lstStyle/>
        <a:p>
          <a:endParaRPr lang="en-US"/>
        </a:p>
      </dgm:t>
    </dgm:pt>
    <dgm:pt modelId="{2127C961-9FDC-DA45-832C-E983F2B73B49}" type="sibTrans" cxnId="{A9C27E90-0292-8F47-BD5E-CB6FB8D14F49}">
      <dgm:prSet/>
      <dgm:spPr/>
      <dgm:t>
        <a:bodyPr/>
        <a:lstStyle/>
        <a:p>
          <a:endParaRPr lang="en-US"/>
        </a:p>
      </dgm:t>
    </dgm:pt>
    <dgm:pt modelId="{C37CC656-726A-2040-A1E9-B58713E7430D}" type="pres">
      <dgm:prSet presAssocID="{F3C8C32E-E6B2-4D4E-B901-009292F5C6CE}" presName="Name0" presStyleCnt="0">
        <dgm:presLayoutVars>
          <dgm:dir/>
          <dgm:animLvl val="lvl"/>
          <dgm:resizeHandles val="exact"/>
        </dgm:presLayoutVars>
      </dgm:prSet>
      <dgm:spPr/>
    </dgm:pt>
    <dgm:pt modelId="{17219001-7199-ED4F-AC88-3D10047B058D}" type="pres">
      <dgm:prSet presAssocID="{9FF9DFC0-1D1A-4F95-81DD-6AAD334C2BC6}" presName="composite" presStyleCnt="0"/>
      <dgm:spPr/>
    </dgm:pt>
    <dgm:pt modelId="{26F413E0-48DD-5B41-BBEF-6E03AA140FA3}" type="pres">
      <dgm:prSet presAssocID="{9FF9DFC0-1D1A-4F95-81DD-6AAD334C2BC6}" presName="parTx" presStyleLbl="alignNode1" presStyleIdx="0" presStyleCnt="3">
        <dgm:presLayoutVars>
          <dgm:chMax val="0"/>
          <dgm:chPref val="0"/>
        </dgm:presLayoutVars>
      </dgm:prSet>
      <dgm:spPr/>
    </dgm:pt>
    <dgm:pt modelId="{38AD2C92-3008-D44D-ADF7-2F4680C4891B}" type="pres">
      <dgm:prSet presAssocID="{9FF9DFC0-1D1A-4F95-81DD-6AAD334C2BC6}" presName="desTx" presStyleLbl="alignAccFollowNode1" presStyleIdx="0" presStyleCnt="3">
        <dgm:presLayoutVars/>
      </dgm:prSet>
      <dgm:spPr/>
    </dgm:pt>
    <dgm:pt modelId="{3CE341C2-F5A4-D645-9386-044D643A7D60}" type="pres">
      <dgm:prSet presAssocID="{E74D083A-25DA-4991-84A0-3C579174C546}" presName="space" presStyleCnt="0"/>
      <dgm:spPr/>
    </dgm:pt>
    <dgm:pt modelId="{588C6601-6DA3-7F43-A00C-C32DF3045E95}" type="pres">
      <dgm:prSet presAssocID="{09AF7754-636B-41BF-83DD-10D9702FF8B3}" presName="composite" presStyleCnt="0"/>
      <dgm:spPr/>
    </dgm:pt>
    <dgm:pt modelId="{AC85EE33-99CD-A04E-BE0B-073FA4B63176}" type="pres">
      <dgm:prSet presAssocID="{09AF7754-636B-41BF-83DD-10D9702FF8B3}" presName="parTx" presStyleLbl="alignNode1" presStyleIdx="1" presStyleCnt="3">
        <dgm:presLayoutVars>
          <dgm:chMax val="0"/>
          <dgm:chPref val="0"/>
        </dgm:presLayoutVars>
      </dgm:prSet>
      <dgm:spPr/>
    </dgm:pt>
    <dgm:pt modelId="{B2FE3217-5BF4-EC4C-82F9-4C602054389A}" type="pres">
      <dgm:prSet presAssocID="{09AF7754-636B-41BF-83DD-10D9702FF8B3}" presName="desTx" presStyleLbl="alignAccFollowNode1" presStyleIdx="1" presStyleCnt="3">
        <dgm:presLayoutVars/>
      </dgm:prSet>
      <dgm:spPr/>
    </dgm:pt>
    <dgm:pt modelId="{73AACC3F-2DD5-DC42-8828-5929D133A71B}" type="pres">
      <dgm:prSet presAssocID="{FA1E545F-B3D3-4C8C-812A-DBAF8140752C}" presName="space" presStyleCnt="0"/>
      <dgm:spPr/>
    </dgm:pt>
    <dgm:pt modelId="{795F6A9D-7868-8248-95F1-12CB83224DD3}" type="pres">
      <dgm:prSet presAssocID="{D3745280-960D-4845-A909-3F96A8C5FC9E}" presName="composite" presStyleCnt="0"/>
      <dgm:spPr/>
    </dgm:pt>
    <dgm:pt modelId="{B69AED7B-3641-9444-9A9B-ED9879301E47}" type="pres">
      <dgm:prSet presAssocID="{D3745280-960D-4845-A909-3F96A8C5FC9E}" presName="parTx" presStyleLbl="alignNode1" presStyleIdx="2" presStyleCnt="3">
        <dgm:presLayoutVars>
          <dgm:chMax val="0"/>
          <dgm:chPref val="0"/>
        </dgm:presLayoutVars>
      </dgm:prSet>
      <dgm:spPr/>
    </dgm:pt>
    <dgm:pt modelId="{BB1998FC-FA68-6D4E-8353-FA0F4A033479}" type="pres">
      <dgm:prSet presAssocID="{D3745280-960D-4845-A909-3F96A8C5FC9E}" presName="desTx" presStyleLbl="alignAccFollowNode1" presStyleIdx="2" presStyleCnt="3">
        <dgm:presLayoutVars/>
      </dgm:prSet>
      <dgm:spPr/>
    </dgm:pt>
  </dgm:ptLst>
  <dgm:cxnLst>
    <dgm:cxn modelId="{D48A651E-5BCE-D745-A372-109130AE2777}" type="presOf" srcId="{31BD79A7-97C3-B341-B81A-8B21AEFA85F4}" destId="{B2FE3217-5BF4-EC4C-82F9-4C602054389A}" srcOrd="0" destOrd="1" presId="urn:microsoft.com/office/officeart/2016/7/layout/ChevronBlockProcess"/>
    <dgm:cxn modelId="{0FB9052A-CB68-48C8-A582-8B78E368378E}" srcId="{F3C8C32E-E6B2-4D4E-B901-009292F5C6CE}" destId="{9FF9DFC0-1D1A-4F95-81DD-6AAD334C2BC6}" srcOrd="0" destOrd="0" parTransId="{20AD263C-1F1C-4895-8E75-CEAC2748FF66}" sibTransId="{E74D083A-25DA-4991-84A0-3C579174C546}"/>
    <dgm:cxn modelId="{8C78DC3A-B89C-4441-837B-E5805F6DD277}" type="presOf" srcId="{F3C8C32E-E6B2-4D4E-B901-009292F5C6CE}" destId="{C37CC656-726A-2040-A1E9-B58713E7430D}" srcOrd="0" destOrd="0" presId="urn:microsoft.com/office/officeart/2016/7/layout/ChevronBlockProcess"/>
    <dgm:cxn modelId="{4607AF51-8D54-3C4F-8892-31321A3386BA}" type="presOf" srcId="{0BA24DE4-167A-4149-9E24-4C23D6E9147A}" destId="{38AD2C92-3008-D44D-ADF7-2F4680C4891B}" srcOrd="0" destOrd="0" presId="urn:microsoft.com/office/officeart/2016/7/layout/ChevronBlockProcess"/>
    <dgm:cxn modelId="{F3E9EB65-67C8-4084-B004-3636DCCE35F7}" srcId="{D3745280-960D-4845-A909-3F96A8C5FC9E}" destId="{4A466D19-9002-4285-8474-2C94E68F9778}" srcOrd="0" destOrd="0" parTransId="{295943CF-DE51-4912-B1D0-BCE98E7DF2AA}" sibTransId="{17A62E4C-987D-446D-829F-DB2570570037}"/>
    <dgm:cxn modelId="{7CAB7C7B-4F0C-42D1-8E70-D8D86EB2F703}" srcId="{9FF9DFC0-1D1A-4F95-81DD-6AAD334C2BC6}" destId="{0BA24DE4-167A-4149-9E24-4C23D6E9147A}" srcOrd="0" destOrd="0" parTransId="{8C74FBD9-8C4D-46EE-86DD-656285B0CA0D}" sibTransId="{0BC62CCD-CFED-470D-B96D-D02E76B531D0}"/>
    <dgm:cxn modelId="{1EF81A7C-F674-40B2-BF14-34A56EA8593D}" srcId="{F3C8C32E-E6B2-4D4E-B901-009292F5C6CE}" destId="{D3745280-960D-4845-A909-3F96A8C5FC9E}" srcOrd="2" destOrd="0" parTransId="{72D89A0D-80A8-48B1-99AA-2135E8860466}" sibTransId="{3165D112-6794-4B1D-8DC7-6BAFC488C742}"/>
    <dgm:cxn modelId="{54D0F388-CD05-2749-B73D-90763D1BFCB6}" type="presOf" srcId="{F1F71FCA-3E54-438B-91B0-3E04347567EB}" destId="{B2FE3217-5BF4-EC4C-82F9-4C602054389A}" srcOrd="0" destOrd="0" presId="urn:microsoft.com/office/officeart/2016/7/layout/ChevronBlockProcess"/>
    <dgm:cxn modelId="{A9C27E90-0292-8F47-BD5E-CB6FB8D14F49}" srcId="{09AF7754-636B-41BF-83DD-10D9702FF8B3}" destId="{31BD79A7-97C3-B341-B81A-8B21AEFA85F4}" srcOrd="1" destOrd="0" parTransId="{5B12420B-2135-3F4D-8A2C-8AC76923C96D}" sibTransId="{2127C961-9FDC-DA45-832C-E983F2B73B49}"/>
    <dgm:cxn modelId="{E2CD2E93-7A6B-42FE-A9F1-5B57F4B315FD}" srcId="{09AF7754-636B-41BF-83DD-10D9702FF8B3}" destId="{F1F71FCA-3E54-438B-91B0-3E04347567EB}" srcOrd="0" destOrd="0" parTransId="{0807B730-4026-46BC-8711-8E3C9387236C}" sibTransId="{06FAC330-09EF-42C6-B13D-C1B0815B0323}"/>
    <dgm:cxn modelId="{DCD6C89C-B1EA-410B-B35B-F19C6864CABE}" srcId="{F3C8C32E-E6B2-4D4E-B901-009292F5C6CE}" destId="{09AF7754-636B-41BF-83DD-10D9702FF8B3}" srcOrd="1" destOrd="0" parTransId="{1F5C58EC-2642-4A70-85B5-17FBCB590066}" sibTransId="{FA1E545F-B3D3-4C8C-812A-DBAF8140752C}"/>
    <dgm:cxn modelId="{EBA06CB0-1205-E242-999C-358E7D5D7E9E}" type="presOf" srcId="{D3745280-960D-4845-A909-3F96A8C5FC9E}" destId="{B69AED7B-3641-9444-9A9B-ED9879301E47}" srcOrd="0" destOrd="0" presId="urn:microsoft.com/office/officeart/2016/7/layout/ChevronBlockProcess"/>
    <dgm:cxn modelId="{A82BBFD4-289F-D944-B44C-8DE227CA6158}" type="presOf" srcId="{4A466D19-9002-4285-8474-2C94E68F9778}" destId="{BB1998FC-FA68-6D4E-8353-FA0F4A033479}" srcOrd="0" destOrd="0" presId="urn:microsoft.com/office/officeart/2016/7/layout/ChevronBlockProcess"/>
    <dgm:cxn modelId="{BD2BCEDA-AB80-744D-97BD-8C79CAB74D14}" type="presOf" srcId="{9FF9DFC0-1D1A-4F95-81DD-6AAD334C2BC6}" destId="{26F413E0-48DD-5B41-BBEF-6E03AA140FA3}" srcOrd="0" destOrd="0" presId="urn:microsoft.com/office/officeart/2016/7/layout/ChevronBlockProcess"/>
    <dgm:cxn modelId="{2B8C30E4-9F3F-AB4E-B956-5BDF7DA12514}" type="presOf" srcId="{09AF7754-636B-41BF-83DD-10D9702FF8B3}" destId="{AC85EE33-99CD-A04E-BE0B-073FA4B63176}" srcOrd="0" destOrd="0" presId="urn:microsoft.com/office/officeart/2016/7/layout/ChevronBlockProcess"/>
    <dgm:cxn modelId="{9905E628-794E-F744-97CF-2E23689DAD7D}" type="presParOf" srcId="{C37CC656-726A-2040-A1E9-B58713E7430D}" destId="{17219001-7199-ED4F-AC88-3D10047B058D}" srcOrd="0" destOrd="0" presId="urn:microsoft.com/office/officeart/2016/7/layout/ChevronBlockProcess"/>
    <dgm:cxn modelId="{3CD04D31-B2D9-C344-9052-A8C870BB62BB}" type="presParOf" srcId="{17219001-7199-ED4F-AC88-3D10047B058D}" destId="{26F413E0-48DD-5B41-BBEF-6E03AA140FA3}" srcOrd="0" destOrd="0" presId="urn:microsoft.com/office/officeart/2016/7/layout/ChevronBlockProcess"/>
    <dgm:cxn modelId="{9D290FCE-4511-F347-B366-A4AD22EF72EC}" type="presParOf" srcId="{17219001-7199-ED4F-AC88-3D10047B058D}" destId="{38AD2C92-3008-D44D-ADF7-2F4680C4891B}" srcOrd="1" destOrd="0" presId="urn:microsoft.com/office/officeart/2016/7/layout/ChevronBlockProcess"/>
    <dgm:cxn modelId="{FD0DE254-F5A1-1542-ADD2-2F468C18A6A0}" type="presParOf" srcId="{C37CC656-726A-2040-A1E9-B58713E7430D}" destId="{3CE341C2-F5A4-D645-9386-044D643A7D60}" srcOrd="1" destOrd="0" presId="urn:microsoft.com/office/officeart/2016/7/layout/ChevronBlockProcess"/>
    <dgm:cxn modelId="{782DB86A-14B0-B743-9B22-E9A634300237}" type="presParOf" srcId="{C37CC656-726A-2040-A1E9-B58713E7430D}" destId="{588C6601-6DA3-7F43-A00C-C32DF3045E95}" srcOrd="2" destOrd="0" presId="urn:microsoft.com/office/officeart/2016/7/layout/ChevronBlockProcess"/>
    <dgm:cxn modelId="{79DA3CC2-F824-A849-84B7-730AC0153E40}" type="presParOf" srcId="{588C6601-6DA3-7F43-A00C-C32DF3045E95}" destId="{AC85EE33-99CD-A04E-BE0B-073FA4B63176}" srcOrd="0" destOrd="0" presId="urn:microsoft.com/office/officeart/2016/7/layout/ChevronBlockProcess"/>
    <dgm:cxn modelId="{DAB5902E-A9C1-E44E-846C-9587977CDBD4}" type="presParOf" srcId="{588C6601-6DA3-7F43-A00C-C32DF3045E95}" destId="{B2FE3217-5BF4-EC4C-82F9-4C602054389A}" srcOrd="1" destOrd="0" presId="urn:microsoft.com/office/officeart/2016/7/layout/ChevronBlockProcess"/>
    <dgm:cxn modelId="{3878390A-1DFD-4A40-9CB1-D639A3FF64D0}" type="presParOf" srcId="{C37CC656-726A-2040-A1E9-B58713E7430D}" destId="{73AACC3F-2DD5-DC42-8828-5929D133A71B}" srcOrd="3" destOrd="0" presId="urn:microsoft.com/office/officeart/2016/7/layout/ChevronBlockProcess"/>
    <dgm:cxn modelId="{C2ED1486-E819-9849-9505-CB4654C5D3FD}" type="presParOf" srcId="{C37CC656-726A-2040-A1E9-B58713E7430D}" destId="{795F6A9D-7868-8248-95F1-12CB83224DD3}" srcOrd="4" destOrd="0" presId="urn:microsoft.com/office/officeart/2016/7/layout/ChevronBlockProcess"/>
    <dgm:cxn modelId="{AECF6340-3280-A142-A114-0BB445568EFE}" type="presParOf" srcId="{795F6A9D-7868-8248-95F1-12CB83224DD3}" destId="{B69AED7B-3641-9444-9A9B-ED9879301E47}" srcOrd="0" destOrd="0" presId="urn:microsoft.com/office/officeart/2016/7/layout/ChevronBlockProcess"/>
    <dgm:cxn modelId="{8EC10BF4-7B84-3249-ABAB-DC632BBD4B1B}" type="presParOf" srcId="{795F6A9D-7868-8248-95F1-12CB83224DD3}" destId="{BB1998FC-FA68-6D4E-8353-FA0F4A033479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88C2DE-DDA4-7742-940B-73F94F13A58E}">
      <dsp:nvSpPr>
        <dsp:cNvPr id="0" name=""/>
        <dsp:cNvSpPr/>
      </dsp:nvSpPr>
      <dsp:spPr>
        <a:xfrm>
          <a:off x="0" y="739324"/>
          <a:ext cx="4563618" cy="22818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76200" rIns="114300" bIns="762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Vinay Ayinapurapu</a:t>
          </a:r>
        </a:p>
      </dsp:txBody>
      <dsp:txXfrm>
        <a:off x="66832" y="806156"/>
        <a:ext cx="4429954" cy="21481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F413E0-48DD-5B41-BBEF-6E03AA140FA3}">
      <dsp:nvSpPr>
        <dsp:cNvPr id="0" name=""/>
        <dsp:cNvSpPr/>
      </dsp:nvSpPr>
      <dsp:spPr>
        <a:xfrm>
          <a:off x="8801" y="336124"/>
          <a:ext cx="3483042" cy="1044912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018" tIns="129018" rIns="129018" bIns="12901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Increasing</a:t>
          </a:r>
        </a:p>
      </dsp:txBody>
      <dsp:txXfrm>
        <a:off x="322275" y="336124"/>
        <a:ext cx="2856094" cy="1044912"/>
      </dsp:txXfrm>
    </dsp:sp>
    <dsp:sp modelId="{38AD2C92-3008-D44D-ADF7-2F4680C4891B}">
      <dsp:nvSpPr>
        <dsp:cNvPr id="0" name=""/>
        <dsp:cNvSpPr/>
      </dsp:nvSpPr>
      <dsp:spPr>
        <a:xfrm>
          <a:off x="8801" y="1381036"/>
          <a:ext cx="3169569" cy="197319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66" tIns="250466" rIns="250466" bIns="500933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Increasing token size</a:t>
          </a:r>
        </a:p>
      </dsp:txBody>
      <dsp:txXfrm>
        <a:off x="8801" y="1381036"/>
        <a:ext cx="3169569" cy="1973195"/>
      </dsp:txXfrm>
    </dsp:sp>
    <dsp:sp modelId="{AC85EE33-99CD-A04E-BE0B-073FA4B63176}">
      <dsp:nvSpPr>
        <dsp:cNvPr id="0" name=""/>
        <dsp:cNvSpPr/>
      </dsp:nvSpPr>
      <dsp:spPr>
        <a:xfrm>
          <a:off x="3440078" y="336124"/>
          <a:ext cx="3483042" cy="1044912"/>
        </a:xfrm>
        <a:prstGeom prst="chevron">
          <a:avLst>
            <a:gd name="adj" fmla="val 30000"/>
          </a:avLst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accent2">
              <a:hueOff val="3536049"/>
              <a:satOff val="-13319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018" tIns="129018" rIns="129018" bIns="12901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Leveraging</a:t>
          </a:r>
        </a:p>
      </dsp:txBody>
      <dsp:txXfrm>
        <a:off x="3753552" y="336124"/>
        <a:ext cx="2856094" cy="1044912"/>
      </dsp:txXfrm>
    </dsp:sp>
    <dsp:sp modelId="{B2FE3217-5BF4-EC4C-82F9-4C602054389A}">
      <dsp:nvSpPr>
        <dsp:cNvPr id="0" name=""/>
        <dsp:cNvSpPr/>
      </dsp:nvSpPr>
      <dsp:spPr>
        <a:xfrm>
          <a:off x="3440078" y="1381036"/>
          <a:ext cx="3169569" cy="1973195"/>
        </a:xfrm>
        <a:prstGeom prst="rect">
          <a:avLst/>
        </a:prstGeom>
        <a:solidFill>
          <a:schemeClr val="accent2">
            <a:tint val="40000"/>
            <a:alpha val="90000"/>
            <a:hueOff val="3707437"/>
            <a:satOff val="-3703"/>
            <a:lumOff val="17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707437"/>
              <a:satOff val="-3703"/>
              <a:lumOff val="17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66" tIns="250466" rIns="250466" bIns="500933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Leveraging M365 agent </a:t>
          </a:r>
          <a:r>
            <a:rPr lang="en-US" sz="2000" kern="1200" dirty="0" err="1"/>
            <a:t>sdk</a:t>
          </a: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SharePoint online for storage</a:t>
          </a:r>
        </a:p>
      </dsp:txBody>
      <dsp:txXfrm>
        <a:off x="3440078" y="1381036"/>
        <a:ext cx="3169569" cy="1973195"/>
      </dsp:txXfrm>
    </dsp:sp>
    <dsp:sp modelId="{B69AED7B-3641-9444-9A9B-ED9879301E47}">
      <dsp:nvSpPr>
        <dsp:cNvPr id="0" name=""/>
        <dsp:cNvSpPr/>
      </dsp:nvSpPr>
      <dsp:spPr>
        <a:xfrm>
          <a:off x="6871356" y="336124"/>
          <a:ext cx="3483042" cy="1044912"/>
        </a:xfrm>
        <a:prstGeom prst="chevron">
          <a:avLst>
            <a:gd name="adj" fmla="val 30000"/>
          </a:avLst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018" tIns="129018" rIns="129018" bIns="12901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Adding</a:t>
          </a:r>
        </a:p>
      </dsp:txBody>
      <dsp:txXfrm>
        <a:off x="7184830" y="336124"/>
        <a:ext cx="2856094" cy="1044912"/>
      </dsp:txXfrm>
    </dsp:sp>
    <dsp:sp modelId="{BB1998FC-FA68-6D4E-8353-FA0F4A033479}">
      <dsp:nvSpPr>
        <dsp:cNvPr id="0" name=""/>
        <dsp:cNvSpPr/>
      </dsp:nvSpPr>
      <dsp:spPr>
        <a:xfrm>
          <a:off x="6871356" y="1381036"/>
          <a:ext cx="3169569" cy="1973195"/>
        </a:xfrm>
        <a:prstGeom prst="rect">
          <a:avLst/>
        </a:prstGeom>
        <a:solidFill>
          <a:schemeClr val="accent2">
            <a:tint val="40000"/>
            <a:alpha val="90000"/>
            <a:hueOff val="7414874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4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66" tIns="250466" rIns="250466" bIns="500933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Adding SSO</a:t>
          </a:r>
        </a:p>
      </dsp:txBody>
      <dsp:txXfrm>
        <a:off x="6871356" y="1381036"/>
        <a:ext cx="3169569" cy="19731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76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66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78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4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5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64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10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04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0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70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592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5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6CAFEF-34DF-89B8-AFF2-C57C5FB72C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4444" y="1066800"/>
            <a:ext cx="468299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5FDF0-7901-BDEB-0FF0-1E7799B07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818" y="1562101"/>
            <a:ext cx="3905203" cy="2738530"/>
          </a:xfrm>
        </p:spPr>
        <p:txBody>
          <a:bodyPr anchor="t">
            <a:normAutofit/>
          </a:bodyPr>
          <a:lstStyle/>
          <a:p>
            <a:r>
              <a:rPr lang="en-US" sz="4800" dirty="0"/>
              <a:t>Hack Agents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367EF-7F80-8D10-25DD-EB4C282C4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818" y="4321622"/>
            <a:ext cx="3816351" cy="941832"/>
          </a:xfrm>
        </p:spPr>
        <p:txBody>
          <a:bodyPr>
            <a:normAutofit/>
          </a:bodyPr>
          <a:lstStyle/>
          <a:p>
            <a:r>
              <a:rPr lang="en-US" dirty="0"/>
              <a:t>The GEN HR Assistant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 flipV="1">
            <a:off x="305077" y="1063752"/>
            <a:ext cx="0" cy="472744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541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7AEA38-23AB-16B5-CF24-58DC95955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/>
              <a:t>Team Gen HR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FB09F3-3920-25C8-D183-169D167683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525233"/>
              </p:ext>
            </p:extLst>
          </p:nvPr>
        </p:nvGraphicFramePr>
        <p:xfrm>
          <a:off x="6915150" y="2256287"/>
          <a:ext cx="4563618" cy="3760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641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714D47E-B9C8-AC03-1D35-6E22B756C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4236"/>
            <a:ext cx="10890929" cy="1097280"/>
          </a:xfrm>
        </p:spPr>
        <p:txBody>
          <a:bodyPr/>
          <a:lstStyle/>
          <a:p>
            <a:r>
              <a:rPr lang="en-US" dirty="0"/>
              <a:t>Solution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3A198D-17CD-80AE-14BF-B121CF6B95D6}"/>
              </a:ext>
            </a:extLst>
          </p:cNvPr>
          <p:cNvSpPr txBox="1"/>
          <p:nvPr/>
        </p:nvSpPr>
        <p:spPr>
          <a:xfrm>
            <a:off x="331775" y="1602049"/>
            <a:ext cx="31715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user interacts with Teams bot</a:t>
            </a:r>
          </a:p>
          <a:p>
            <a:pPr marL="342900" indent="-342900">
              <a:buAutoNum type="arabicParenR"/>
            </a:pPr>
            <a:r>
              <a:rPr lang="en-US" dirty="0"/>
              <a:t>Teams gets the natural language and sends to Azure AI</a:t>
            </a:r>
          </a:p>
          <a:p>
            <a:pPr marL="342900" indent="-342900">
              <a:buAutoNum type="arabicParenR"/>
            </a:pPr>
            <a:r>
              <a:rPr lang="en-US" dirty="0"/>
              <a:t>Azure AI service uses the vector search and gets the response and sends back to teams</a:t>
            </a:r>
          </a:p>
          <a:p>
            <a:pPr marL="342900" indent="-342900">
              <a:buAutoNum type="arabicParenR"/>
            </a:pPr>
            <a:r>
              <a:rPr lang="en-US" dirty="0"/>
              <a:t>Users gets generative response from teams bot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E76680-9607-5F79-7501-007DC2518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687" y="1123719"/>
            <a:ext cx="6892625" cy="531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34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EC051-FB91-FC6E-C6A5-86E9C4300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 dirty="0"/>
              <a:t>How did we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B0CEA-F225-1873-B689-80207CC19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455920" cy="2974350"/>
          </a:xfrm>
        </p:spPr>
        <p:txBody>
          <a:bodyPr>
            <a:normAutofit/>
          </a:bodyPr>
          <a:lstStyle/>
          <a:p>
            <a:r>
              <a:rPr lang="en-US" dirty="0"/>
              <a:t>SharePoint Online Site</a:t>
            </a:r>
          </a:p>
          <a:p>
            <a:r>
              <a:rPr lang="en-US" dirty="0"/>
              <a:t>Azure Open AI Service</a:t>
            </a:r>
          </a:p>
          <a:p>
            <a:r>
              <a:rPr lang="en-US" dirty="0"/>
              <a:t>Azure AI Search</a:t>
            </a:r>
          </a:p>
          <a:p>
            <a:r>
              <a:rPr lang="en-US" dirty="0"/>
              <a:t>GPT-4</a:t>
            </a:r>
          </a:p>
          <a:p>
            <a:r>
              <a:rPr lang="en-US" dirty="0"/>
              <a:t>Text-embeddings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Magnifying glass">
            <a:extLst>
              <a:ext uri="{FF2B5EF4-FFF2-40B4-BE49-F238E27FC236}">
                <a16:creationId xmlns:a16="http://schemas.microsoft.com/office/drawing/2014/main" id="{97059CC6-D722-A9E6-C367-0070593FC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37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4A4C0-6A3D-C46B-13C7-087F4B71D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/>
              <a:t>Demo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21DF4C-49DD-16F3-7050-458BCEB91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Play">
            <a:extLst>
              <a:ext uri="{FF2B5EF4-FFF2-40B4-BE49-F238E27FC236}">
                <a16:creationId xmlns:a16="http://schemas.microsoft.com/office/drawing/2014/main" id="{507C61E8-C25A-6AEF-7678-4221A3B97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354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C77388-1186-2486-A187-C5A11600E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195" b="5145"/>
          <a:stretch/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E2764D-E1C7-4C0E-A5A4-12411550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833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BA869-DD63-2450-D445-FCB73DA1F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US"/>
              <a:t>Next Steps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68402700-DF50-85C8-2973-05F92C1036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9749283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7751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D88A0-CBF6-3B73-E9CE-84D94ADC8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Thank you!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EA307461-15F4-AA46-CB26-5A756D387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8229" y="1098734"/>
            <a:ext cx="4729112" cy="47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30338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4698</TotalTime>
  <Words>90</Words>
  <Application>Microsoft Macintosh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Grandview Display</vt:lpstr>
      <vt:lpstr>DashVTI</vt:lpstr>
      <vt:lpstr>Hack Agents</vt:lpstr>
      <vt:lpstr>Team Gen HR</vt:lpstr>
      <vt:lpstr>Solution Architecture</vt:lpstr>
      <vt:lpstr>How did we do?</vt:lpstr>
      <vt:lpstr>Demo</vt:lpstr>
      <vt:lpstr>PowerPoint Presentation</vt:lpstr>
      <vt:lpstr>Next Steps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Vinaydeep Ayinapurapu</dc:creator>
  <cp:lastModifiedBy>Vinaydeep Ayinapurapu</cp:lastModifiedBy>
  <cp:revision>4</cp:revision>
  <dcterms:created xsi:type="dcterms:W3CDTF">2025-03-09T20:14:41Z</dcterms:created>
  <dcterms:modified xsi:type="dcterms:W3CDTF">2025-05-01T05:14:17Z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2025-03-20T02:54:32Z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3b91eddf-9ad2-4024-b5e0-e13e8bf62ceb</vt:lpwstr>
  </property>
  <property fmtid="{D5CDD505-2E9C-101B-9397-08002B2CF9AE}" pid="7" name="MSIP_Label_defa4170-0d19-0005-0004-bc88714345d2_ActionId">
    <vt:lpwstr>67029326-b304-4b11-aa87-f609ebff140e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